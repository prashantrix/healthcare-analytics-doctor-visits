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10/14/2026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10/14/2026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shantrix/healthcare-analytics-doctor-visit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4604" y="4491481"/>
            <a:ext cx="4861249" cy="861497"/>
          </a:xfrm>
        </p:spPr>
        <p:txBody>
          <a:bodyPr>
            <a:normAutofit fontScale="925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Prashant Kashyap</a:t>
            </a:r>
          </a:p>
          <a:p>
            <a:r>
              <a:rPr lang="en-US" b="0" dirty="0">
                <a:solidFill>
                  <a:schemeClr val="tx1"/>
                </a:solidFill>
              </a:rPr>
              <a:t>STU_ID: </a:t>
            </a:r>
            <a:r>
              <a:rPr lang="en-IN" dirty="0">
                <a:solidFill>
                  <a:schemeClr val="tx1"/>
                </a:solidFill>
              </a:rPr>
              <a:t>STU684d04823822b1749877890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04" y="2853025"/>
            <a:ext cx="7800392" cy="743448"/>
          </a:xfrm>
        </p:spPr>
        <p:txBody>
          <a:bodyPr>
            <a:noAutofit/>
          </a:bodyPr>
          <a:lstStyle/>
          <a:p>
            <a:r>
              <a:rPr lang="en-IN" dirty="0"/>
              <a:t>Healthcare Analytics for Doctor Visits TIRTC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2156" y="1340528"/>
            <a:ext cx="7513528" cy="5324432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Healthcare providers need to understand the factors that influence patients' doctor visits. </a:t>
            </a:r>
            <a:r>
              <a:rPr lang="en-IN" sz="2800" dirty="0" err="1"/>
              <a:t>Analyzing</a:t>
            </a:r>
            <a:r>
              <a:rPr lang="en-IN" sz="2800" dirty="0"/>
              <a:t> healthcare data can help identify patterns related to illness, age, gender, income, health conditions, and healthcare coverage.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b="1" dirty="0"/>
              <a:t>Problem Statement:</a:t>
            </a:r>
            <a:br>
              <a:rPr lang="en-IN" sz="2800" dirty="0"/>
            </a:br>
            <a:r>
              <a:rPr lang="en-IN" sz="2800" dirty="0"/>
              <a:t>The objective of this project is to </a:t>
            </a:r>
            <a:r>
              <a:rPr lang="en-IN" sz="2800" dirty="0" err="1"/>
              <a:t>analyze</a:t>
            </a:r>
            <a:r>
              <a:rPr lang="en-IN" sz="2800" dirty="0"/>
              <a:t> doctor visit data to understand healthcare utilization patterns and explore how patient characteristics and illness levels are associated with the number of doctor visits.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b="1" dirty="0"/>
              <a:t>Key Objectives:</a:t>
            </a:r>
            <a:endParaRPr lang="en-IN" sz="2800" dirty="0"/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800" dirty="0" err="1"/>
              <a:t>Analyze</a:t>
            </a:r>
            <a:r>
              <a:rPr lang="en-IN" sz="2800" dirty="0"/>
              <a:t> the distribution of doctor visits.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800" dirty="0"/>
              <a:t>Study doctor visits by gender and age.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800" dirty="0"/>
              <a:t>Examine the relationship between illness severity and doctor visits.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800" dirty="0"/>
              <a:t>Explore the role of income, health status, and healthcare coverage.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800" dirty="0"/>
              <a:t>Generate insights that can support healthcare planning and decision-making.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204BC41D-5274-6730-2ED5-7460607EEF46}"/>
              </a:ext>
            </a:extLst>
          </p:cNvPr>
          <p:cNvSpPr txBox="1">
            <a:spLocks/>
          </p:cNvSpPr>
          <p:nvPr/>
        </p:nvSpPr>
        <p:spPr>
          <a:xfrm>
            <a:off x="660398" y="1697668"/>
            <a:ext cx="9416663" cy="496729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IN" sz="6000" b="0" dirty="0">
                <a:latin typeface="+mn-lt"/>
              </a:rPr>
              <a:t>This project uses Python to perform exploratory data analysis on a healthcare dataset containing 5,190 records and 13 columns.</a:t>
            </a:r>
          </a:p>
          <a:p>
            <a:pPr>
              <a:lnSpc>
                <a:spcPct val="120000"/>
              </a:lnSpc>
            </a:pPr>
            <a:endParaRPr lang="en-IN" sz="6000" b="0" dirty="0"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IN" sz="6000" b="0" dirty="0">
                <a:latin typeface="+mn-lt"/>
              </a:rPr>
              <a:t>The analysis begins with loading the dataset using Pandas, examining its structure, checking for missing values, and reviewing descriptive statistics.</a:t>
            </a:r>
          </a:p>
          <a:p>
            <a:pPr>
              <a:lnSpc>
                <a:spcPct val="120000"/>
              </a:lnSpc>
            </a:pPr>
            <a:endParaRPr lang="en-IN" sz="6000" b="0" dirty="0"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IN" sz="6000" b="0" dirty="0">
                <a:latin typeface="+mn-lt"/>
              </a:rPr>
              <a:t>Data visualization libraries such as Matplotlib and Seaborn are used to explore gender distribution, age distribution, doctor visit frequency, and relationships between doctor visits, gender, and illness levels.</a:t>
            </a:r>
          </a:p>
          <a:p>
            <a:pPr>
              <a:lnSpc>
                <a:spcPct val="120000"/>
              </a:lnSpc>
            </a:pPr>
            <a:endParaRPr lang="en-IN" sz="6000" b="0" dirty="0"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IN" sz="6000" b="0" dirty="0">
                <a:latin typeface="+mn-lt"/>
              </a:rPr>
              <a:t>The project aims to identify patterns in healthcare utilization and understand how patient characteristics relate to doctor visits.</a:t>
            </a:r>
          </a:p>
          <a:p>
            <a:pPr>
              <a:lnSpc>
                <a:spcPct val="120000"/>
              </a:lnSpc>
            </a:pPr>
            <a:endParaRPr lang="en-IN" sz="6000" b="0" dirty="0">
              <a:latin typeface="+mn-lt"/>
            </a:endParaRPr>
          </a:p>
          <a:p>
            <a:pPr>
              <a:lnSpc>
                <a:spcPct val="120000"/>
              </a:lnSpc>
            </a:pPr>
            <a:r>
              <a:rPr lang="en-IN" sz="6000" b="0" dirty="0">
                <a:latin typeface="+mn-lt"/>
              </a:rPr>
              <a:t>Key Analysis Areas:</a:t>
            </a:r>
          </a:p>
          <a:p>
            <a:pPr marL="857250" lvl="0" indent="-85725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IN" sz="6000" b="0" dirty="0">
                <a:latin typeface="+mn-lt"/>
              </a:rPr>
              <a:t>Dataset inspection and data quality checks</a:t>
            </a:r>
          </a:p>
          <a:p>
            <a:pPr marL="857250" lvl="0" indent="-85725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IN" sz="6000" b="0" dirty="0">
                <a:latin typeface="+mn-lt"/>
              </a:rPr>
              <a:t>Univariate analysis of gender, age, and visits</a:t>
            </a:r>
          </a:p>
          <a:p>
            <a:pPr marL="857250" lvl="0" indent="-85725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IN" sz="6000" b="0" dirty="0">
                <a:latin typeface="+mn-lt"/>
              </a:rPr>
              <a:t>Comparison of doctor visits by gender</a:t>
            </a:r>
          </a:p>
          <a:p>
            <a:pPr marL="857250" lvl="0" indent="-85725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IN" sz="6000" b="0" dirty="0">
                <a:latin typeface="+mn-lt"/>
              </a:rPr>
              <a:t>Analysis of doctor visits across illness levels</a:t>
            </a:r>
          </a:p>
          <a:p>
            <a:pPr marL="857250" lvl="0" indent="-85725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IN" sz="6000" b="0" dirty="0">
                <a:latin typeface="+mn-lt"/>
              </a:rPr>
              <a:t>Multivariate analysis of age, gender, and doctor visits</a:t>
            </a:r>
          </a:p>
          <a:p>
            <a:pPr>
              <a:lnSpc>
                <a:spcPct val="120000"/>
              </a:lnSpc>
            </a:pPr>
            <a:br>
              <a:rPr lang="en-GB" b="0" dirty="0">
                <a:latin typeface="Trebuchet MS (Body)"/>
              </a:rPr>
            </a:br>
            <a:br>
              <a:rPr lang="en-GB" b="0" dirty="0">
                <a:latin typeface="Trebuchet MS (Body)"/>
              </a:rPr>
            </a:br>
            <a:endParaRPr lang="en-IN" b="0" dirty="0">
              <a:latin typeface="Trebuchet MS (Body)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520890"/>
            <a:ext cx="7904481" cy="5262465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v"/>
            </a:pPr>
            <a:r>
              <a:rPr lang="en-IN" b="1" dirty="0"/>
              <a:t>Healthcare Providers:</a:t>
            </a:r>
            <a:r>
              <a:rPr lang="en-IN" dirty="0"/>
              <a:t> To understand patient healthcare utilization patterns.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b="1" dirty="0"/>
              <a:t>Hospital Administrators:</a:t>
            </a:r>
            <a:r>
              <a:rPr lang="en-IN" dirty="0"/>
              <a:t> To support healthcare service planning and resource allocation.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b="1" dirty="0"/>
              <a:t>Public Health Researchers:</a:t>
            </a:r>
            <a:r>
              <a:rPr lang="en-IN" dirty="0"/>
              <a:t> To study relationships between illness and healthcare utilization.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b="1" dirty="0"/>
              <a:t>Healthcare Policymakers:</a:t>
            </a:r>
            <a:r>
              <a:rPr lang="en-IN" dirty="0"/>
              <a:t> To gain insights that may inform healthcare planning.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b="1" dirty="0"/>
              <a:t>Data Analysts:</a:t>
            </a:r>
            <a:r>
              <a:rPr lang="en-IN" dirty="0"/>
              <a:t> To practice data exploration, statistical analysis, and visualization using healthcare data.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Expected Benefit:</a:t>
            </a:r>
            <a:r>
              <a:rPr lang="en-IN" dirty="0"/>
              <a:t> Better understanding of healthcare utilization patterns through data-driven insights.</a:t>
            </a:r>
          </a:p>
          <a:p>
            <a:pPr algn="just">
              <a:lnSpc>
                <a:spcPct val="150000"/>
              </a:lnSpc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0180" y="1278384"/>
            <a:ext cx="8266922" cy="5397623"/>
          </a:xfrm>
        </p:spPr>
        <p:txBody>
          <a:bodyPr numCol="2">
            <a:normAutofit fontScale="92500" lnSpcReduction="1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Programming Language</a:t>
            </a:r>
            <a:endParaRPr lang="en-IN" dirty="0"/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Python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Libraries</a:t>
            </a:r>
            <a:endParaRPr lang="en-IN" dirty="0"/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Pandas — data loading, manipulation, and analysis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NumPy — numerical operations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Matplotlib — data visualization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Seaborn — statistical charts and visualizations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Development Environment</a:t>
            </a:r>
            <a:endParaRPr lang="en-IN" dirty="0"/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Jupyter Notebook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IN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Dataset</a:t>
            </a:r>
            <a:endParaRPr lang="en-IN" dirty="0"/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Healthcare Analytics for Doctor Visits CSV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5,190 records and 13 columns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b="1" dirty="0"/>
              <a:t>Analysis Techniques</a:t>
            </a:r>
            <a:endParaRPr lang="en-IN" dirty="0"/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Exploratory Data Analysis (EDA)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Descriptive Statistics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Univariate Analysis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Multivariate Analysis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IN" dirty="0"/>
              <a:t>Grouping and Aggregation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D1E910-E7C5-C0A2-30D0-6090C1ADF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82" y="1190625"/>
            <a:ext cx="5921198" cy="42356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3BEA23-694C-0323-2B1C-F81004C786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155" y="1183503"/>
            <a:ext cx="5432896" cy="42499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607</TotalTime>
  <Words>448</Words>
  <Application>Microsoft Office PowerPoint</Application>
  <PresentationFormat>Widescreen</PresentationFormat>
  <Paragraphs>62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Courier New</vt:lpstr>
      <vt:lpstr>Trebuchet MS</vt:lpstr>
      <vt:lpstr>Trebuchet MS (Body)</vt:lpstr>
      <vt:lpstr>Wingdings</vt:lpstr>
      <vt:lpstr>Wingdings 3</vt:lpstr>
      <vt:lpstr>Facet</vt:lpstr>
      <vt:lpstr>Healthcare Analytics for Doctor Visits TIRTC</vt:lpstr>
      <vt:lpstr>PROBLEM  STATEMENT</vt:lpstr>
      <vt:lpstr>Project Description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nishant kashyap</cp:lastModifiedBy>
  <cp:revision>76</cp:revision>
  <dcterms:created xsi:type="dcterms:W3CDTF">2021-07-11T13:13:15Z</dcterms:created>
  <dcterms:modified xsi:type="dcterms:W3CDTF">2026-10-14T17:10:23Z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